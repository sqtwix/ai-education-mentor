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405611fc354c6e" /><Relationship Type="http://schemas.openxmlformats.org/officeDocument/2006/relationships/extended-properties" Target="/docProps/app.xml" Id="R9b5439d732384cbf" /><Relationship Type="http://schemas.openxmlformats.org/officeDocument/2006/relationships/officeDocument" Target="/ppt/presentation.xml" Id="R00f74faa869a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6a0b333594d2a"/>
  </p:sldMasterIdLst>
  <p:notesMasterIdLst>
    <p:notesMasterId xmlns:r="http://schemas.openxmlformats.org/officeDocument/2006/relationships" r:id="R9af977465d3a4b6b"/>
  </p:notesMasterIdLst>
  <p:sldIdLst>
    <p:sldId xmlns:r="http://schemas.openxmlformats.org/officeDocument/2006/relationships" id="256" r:id="R364989f2da4c486e"/>
    <p:sldId xmlns:r="http://schemas.openxmlformats.org/officeDocument/2006/relationships" id="257" r:id="R5744c694b6b3455f"/>
    <p:sldId xmlns:r="http://schemas.openxmlformats.org/officeDocument/2006/relationships" id="258" r:id="Rdc9d75095ea643f8"/>
    <p:sldId xmlns:r="http://schemas.openxmlformats.org/officeDocument/2006/relationships" id="259" r:id="Rc8c5248016854ebd"/>
    <p:sldId xmlns:r="http://schemas.openxmlformats.org/officeDocument/2006/relationships" id="260" r:id="R2de66e8298ea4467"/>
    <p:sldId xmlns:r="http://schemas.openxmlformats.org/officeDocument/2006/relationships" id="261" r:id="R47de588ed6ab4213"/>
    <p:sldId xmlns:r="http://schemas.openxmlformats.org/officeDocument/2006/relationships" id="262" r:id="Rbefc2199586b487d"/>
    <p:sldId xmlns:r="http://schemas.openxmlformats.org/officeDocument/2006/relationships" id="263" r:id="R6e1f6b4d20cf47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3d8dda9324471f" /><Relationship Type="http://schemas.openxmlformats.org/officeDocument/2006/relationships/slideMaster" Target="/ppt/slideMasters/slideMaster1.xml" Id="Ra976a0b333594d2a" /><Relationship Type="http://schemas.openxmlformats.org/officeDocument/2006/relationships/notesMaster" Target="/ppt/notesMasters/notesMaster1.xml" Id="R9af977465d3a4b6b" /><Relationship Type="http://schemas.openxmlformats.org/officeDocument/2006/relationships/presProps" Target="/ppt/presProps.xml" Id="Ra7dd8b8bcd4a4032" /><Relationship Type="http://schemas.openxmlformats.org/officeDocument/2006/relationships/tableStyles" Target="/ppt/tableStyles.xml" Id="R65e3c79b6fdb4d79" /><Relationship Type="http://schemas.openxmlformats.org/officeDocument/2006/relationships/slide" Target="/ppt/slides/slide1.xml" Id="R364989f2da4c486e" /><Relationship Type="http://schemas.openxmlformats.org/officeDocument/2006/relationships/slide" Target="/ppt/slides/slide2.xml" Id="R5744c694b6b3455f" /><Relationship Type="http://schemas.openxmlformats.org/officeDocument/2006/relationships/slide" Target="/ppt/slides/slide3.xml" Id="Rdc9d75095ea643f8" /><Relationship Type="http://schemas.openxmlformats.org/officeDocument/2006/relationships/slide" Target="/ppt/slides/slide4.xml" Id="Rc8c5248016854ebd" /><Relationship Type="http://schemas.openxmlformats.org/officeDocument/2006/relationships/slide" Target="/ppt/slides/slide5.xml" Id="R2de66e8298ea4467" /><Relationship Type="http://schemas.openxmlformats.org/officeDocument/2006/relationships/slide" Target="/ppt/slides/slide6.xml" Id="R47de588ed6ab4213" /><Relationship Type="http://schemas.openxmlformats.org/officeDocument/2006/relationships/slide" Target="/ppt/slides/slide7.xml" Id="Rbefc2199586b487d" /><Relationship Type="http://schemas.openxmlformats.org/officeDocument/2006/relationships/slide" Target="/ppt/slides/slide8.xml" Id="R6e1f6b4d20cf47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6ce2a48af4c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bf017fd094094" /><Relationship Type="http://schemas.openxmlformats.org/officeDocument/2006/relationships/notesMaster" Target="/ppt/notesMasters/notesMaster1.xml" Id="Ree6dfcc45c39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67cac84d3842cb" /><Relationship Type="http://schemas.openxmlformats.org/officeDocument/2006/relationships/notesMaster" Target="/ppt/notesMasters/notesMaster1.xml" Id="R36c868f96ba04c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e9997d9e8149e5" /><Relationship Type="http://schemas.openxmlformats.org/officeDocument/2006/relationships/notesMaster" Target="/ppt/notesMasters/notesMaster1.xml" Id="R128de7ff725c46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33d9bc28e543c7" /><Relationship Type="http://schemas.openxmlformats.org/officeDocument/2006/relationships/notesMaster" Target="/ppt/notesMasters/notesMaster1.xml" Id="R38589e954bf344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c34feafb444226" /><Relationship Type="http://schemas.openxmlformats.org/officeDocument/2006/relationships/notesMaster" Target="/ppt/notesMasters/notesMaster1.xml" Id="Rf94d7c8ed46a4c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9b3ea790444f8c" /><Relationship Type="http://schemas.openxmlformats.org/officeDocument/2006/relationships/notesMaster" Target="/ppt/notesMasters/notesMaster1.xml" Id="R0c2ed55e09cc4c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f696e92ec9425c" /><Relationship Type="http://schemas.openxmlformats.org/officeDocument/2006/relationships/notesMaster" Target="/ppt/notesMasters/notesMaster1.xml" Id="R375b1c97250a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094669c6ba4063" /><Relationship Type="http://schemas.openxmlformats.org/officeDocument/2006/relationships/notesMaster" Target="/ppt/notesMasters/notesMaster1.xml" Id="R45257af4bc4242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/Users/maxbond/Projects/ai-education-mentor/task_doc/II_agenty_IOT.pdf</a:t>
            </a:r>
          </a:p>
          <a:p xmlns:a="http://schemas.openxmlformats.org/drawingml/2006/main">
            <a:r>
              <a:t>- /Users/maxbond/Projects/ai-education-mentor/README.md</a:t>
            </a:r>
          </a:p>
          <a:p xmlns:a="http://schemas.openxmlformats.org/drawingml/2006/main">
            <a:r>
              <a:t>- /Users/maxbond/Projects/ai-education-mentor/frontend/src/assets/logo.png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/Users/maxbond/Projects/ai-education-mentor/task_doc/Raspakovka_II_agenty_IOT.pdf</a:t>
            </a:r>
          </a:p>
          <a:p xmlns:a="http://schemas.openxmlformats.org/drawingml/2006/main">
            <a:r>
              <a:t>- /Users/maxbond/Projects/ai-education-mentor/ai-driver/backend/system_prompts.json</a:t>
            </a:r>
          </a:p>
          <a:p xmlns:a="http://schemas.openxmlformats.org/drawingml/2006/main">
            <a:r>
              <a:t>- /Users/maxbond/Projects/ai-education-mentor/ai-driver/backend/agent_manager.py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/Users/maxbond/Projects/ai-education-mentor/README.md</a:t>
            </a:r>
          </a:p>
          <a:p xmlns:a="http://schemas.openxmlformats.org/drawingml/2006/main">
            <a:r>
              <a:t>- /Users/maxbond/Projects/ai-education-mentor/api-core/ApiCore/ApiCore/Data/courses_catalog.json</a:t>
            </a:r>
          </a:p>
          <a:p xmlns:a="http://schemas.openxmlformats.org/drawingml/2006/main">
            <a:r>
              <a:t>- /Users/maxbond/Projects/ai-education-mentor/api-core/ApiCore/ApiCore/Data/learning_history_dataset.json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/Users/maxbond/Projects/ai-education-mentor/agent.md</a:t>
            </a:r>
          </a:p>
          <a:p xmlns:a="http://schemas.openxmlformats.org/drawingml/2006/main">
            <a:r>
              <a:t>- /Users/maxbond/Projects/ai-education-mentor/ai-driver/backend/system_prompts.json</a:t>
            </a:r>
          </a:p>
          <a:p xmlns:a="http://schemas.openxmlformats.org/drawingml/2006/main">
            <a:r>
              <a:t>- /Users/maxbond/Projects/ai-education-mentor/ai-driver/backend/agent_manager.py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/Users/maxbond/Projects/ai-education-mentor/api-core/ApiCore/ApiCore/Services/AnalysisQueueWorker.cs</a:t>
            </a:r>
          </a:p>
          <a:p xmlns:a="http://schemas.openxmlformats.org/drawingml/2006/main">
            <a:r>
              <a:t>- /Users/maxbond/Projects/ai-education-mentor/api-core/ApiCore/ApiCore/Services/AnalysisService.cs</a:t>
            </a:r>
          </a:p>
          <a:p xmlns:a="http://schemas.openxmlformats.org/drawingml/2006/main">
            <a:r>
              <a:t>- /Users/maxbond/Projects/ai-education-mentor/RELEASE_GATE.md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/Users/maxbond/Projects/ai-education-mentor/RELEASE_GATE.md</a:t>
            </a:r>
          </a:p>
          <a:p xmlns:a="http://schemas.openxmlformats.org/drawingml/2006/main">
            <a:r>
              <a:t>- /Users/maxbond/Projects/ai-education-mentor/api-core/ApiCore/ApiCore.ContractTests/Program.cs</a:t>
            </a:r>
          </a:p>
          <a:p xmlns:a="http://schemas.openxmlformats.org/drawingml/2006/main">
            <a:r>
              <a:t>- /Users/maxbond/Projects/ai-education-mentor/ai-driver/tests/test_agent_manager.py</a:t>
            </a:r>
          </a:p>
          <a:p xmlns:a="http://schemas.openxmlformats.org/drawingml/2006/main">
            <a:r>
              <a:t>- /Users/maxbond/Projects/ai-education-mentor/frontend/tests/trajectorySelection.test.js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/Users/maxbond/Projects/ai-education-mentor/task_doc/II_agenty_IOT.pdf</a:t>
            </a:r>
          </a:p>
          <a:p xmlns:a="http://schemas.openxmlformats.org/drawingml/2006/main">
            <a:r>
              <a:t>- /Users/maxbond/Projects/ai-education-mentor/env_example.txt</a:t>
            </a:r>
          </a:p>
          <a:p xmlns:a="http://schemas.openxmlformats.org/drawingml/2006/main">
            <a:r>
              <a:t>- /Users/maxbond/Projects/ai-education-mentor/MODEL_COMPARISON.md</a:t>
            </a:r>
          </a:p>
          <a:p xmlns:a="http://schemas.openxmlformats.org/drawingml/2006/main">
            <a:r>
              <a:t>- /Users/maxbond/Projects/ai-education-mentor/RELEASE_GATE.md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/Users/maxbond/Projects/ai-education-mentor/RELEASE_GATE.md</a:t>
            </a:r>
          </a:p>
          <a:p xmlns:a="http://schemas.openxmlformats.org/drawingml/2006/main">
            <a:r>
              <a:t>- /Users/maxbond/Projects/ai-education-mentor/MODEL_COMPARISON.md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18c42a4c44c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8599fed2884212" /><Relationship Type="http://schemas.openxmlformats.org/officeDocument/2006/relationships/slideLayout" Target="/ppt/slideLayouts/slideLayout1.xml" Id="R30d5d7f331d642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d5d7f331d642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75555f9d84c8b" /><Relationship Type="http://schemas.openxmlformats.org/officeDocument/2006/relationships/image" Target="/ppt/media/image.png" Id="Rb561da16c9a841d0" /><Relationship Type="http://schemas.openxmlformats.org/officeDocument/2006/relationships/notesSlide" Target="/ppt/notesSlides/notesSlide1.xml" Id="Ra79fb9088c384b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1e0194b694267" /><Relationship Type="http://schemas.openxmlformats.org/officeDocument/2006/relationships/notesSlide" Target="/ppt/notesSlides/notesSlide2.xml" Id="R0cc01ab0353d4a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836328ed5490a" /><Relationship Type="http://schemas.openxmlformats.org/officeDocument/2006/relationships/notesSlide" Target="/ppt/notesSlides/notesSlide3.xml" Id="R84c25c82837448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975c95b174c9f" /><Relationship Type="http://schemas.openxmlformats.org/officeDocument/2006/relationships/notesSlide" Target="/ppt/notesSlides/notesSlide4.xml" Id="R5efbf7f08441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36d4bc1fd424e" /><Relationship Type="http://schemas.openxmlformats.org/officeDocument/2006/relationships/notesSlide" Target="/ppt/notesSlides/notesSlide5.xml" Id="Ra07e7752445643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2d9c83fdd4874" /><Relationship Type="http://schemas.openxmlformats.org/officeDocument/2006/relationships/notesSlide" Target="/ppt/notesSlides/notesSlide6.xml" Id="R195a8bc45e9544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a172722b6426f" /><Relationship Type="http://schemas.openxmlformats.org/officeDocument/2006/relationships/notesSlide" Target="/ppt/notesSlides/notesSlide7.xml" Id="R7ddb239a3dad49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ccd14bbad4c2b" /><Relationship Type="http://schemas.openxmlformats.org/officeDocument/2006/relationships/notesSlide" Target="/ppt/notesSlides/notesSlide8.xml" Id="Racd8ef8ef3f748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06F823-3CB9-4983-8F2E-620B7F7F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КЕЙС 3 · КОРПОРАТИВНЫЙ УНИВЕРСИТЕТ СПБ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D6FEEE-00E2-48FC-B68D-38CBB20C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5619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ИИ-агент индивидуальной</a:t>
            </a:r>
          </a:p>
          <a:p xmlns:a="http://schemas.openxmlformats.org/drawingml/2006/main">
            <a:pPr algn="l">
              <a:defRPr sz="390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образовательной траектории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05821-5AF1-4F6A-9566-4BA64879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Доказательная версия для защиты: рекомендации только из официального каталога, ограничения — явно.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0D4BF-3A95-4446-B493-83544B47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23 августа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C35A3-8748-4912-9F94-71A782E9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"/>
            <a:ext cx="53149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7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1da16c9a841d0"/>
          <a:stretch xmlns:a="http://schemas.openxmlformats.org/drawingml/2006/main"/>
        </p:blipFill>
        <p:spPr>
          <a:xfrm xmlns:a="http://schemas.openxmlformats.org/drawingml/2006/main">
            <a:off x="7239000" y="1104900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A5F5A-824B-451C-AD3F-C3A5C9F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1816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ИОТ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8F0BF-B355-4827-845A-4619E241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4800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B41C3D5-B05D-45F4-826B-183883F6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Решение не дополняет входные данные догадками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D6C94-2753-46B8-B1C3-F9DB1856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1283B-C8FC-4362-8A6F-D13A3547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Что получает система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F0982-E6C7-46C3-B185-7322E09B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78E0C-A0FA-46F2-BC42-21120216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819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ФИО, должность и ИОГВ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A058F-0CA2-495E-8127-D9B01A0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A500E2-9C5D-45FF-B886-26C6248F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4819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фактическая цель обучения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5B141-16BD-4DB4-9782-DDB10366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1E5AF-5249-4C37-80E5-9C67F902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4819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история ранее пройденных программ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9F5A0-06D3-4C56-874C-39BC7C94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81D0B-425F-4DA2-820F-F33C9CE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4819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официальный каталог ППК и ЭК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6096000" y="1524000"/>
            <a:ext cx="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C0BC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37362-327A-497D-97AE-E4789917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02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Что система сознательно не делает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B25E5-B1F7-4009-AB63-6BFBBAFC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28A1C0-BF03-48B8-8AE5-36A94A37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не выдумывает обязанности должности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8A6F95-2173-42CB-B693-F6DEF274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AE5EFC-0852-4EB9-B489-130E26F4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не подставляет уровни компетенций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2820F-0BDC-44B0-943A-FD9291C4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A9871-D0F6-41B2-B9F5-FBF7CE67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не назначает сроки без основания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11952B-C36A-4F7E-9E39-09539BA9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E468F-C9DF-47D7-B8B7-65DD83F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1955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не принимает курс вне каталога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057EF-5A6B-43A1-B85A-54061BC5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668CD7-982B-46E3-89FA-31BADA61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29150"/>
            <a:ext cx="5105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показывает ограничения результата</a:t>
            </a:r>
          </a:p>
        </p:txBody>
      </p:sp>
    </p:spTree>
    <p:extLst>
      <p:ext uri="{BB962C8B-B14F-4D97-AF65-F5344CB8AC3E}">
        <p14:creationId xmlns:p14="http://schemas.microsoft.com/office/powerpoint/2010/main" val="12715629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C07193D-BF1D-450F-9DF9-956BA4E0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Рекомендации опираются на официальные данные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472F9-85CB-472E-9E07-15912D35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5D496-6ABC-4E02-B30F-3095CE0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76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Ни одно отсутствующее поле не заполнялось сгенерированным содержимым. Каталог и история воспроизводимо собраны из поставленных источников.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A2488-8829-4001-B167-8BD66C7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6395D-E73C-432A-8B12-F05D63B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159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1148B-6DA7-4221-AD39-6FB85D01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программ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7A43D-DFEA-467D-815E-349560F2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95 ППК + 64 электронных курса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D0E2B-B4C5-48C6-A7A7-944F0B7F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337E2-A59D-4E5C-A375-F052D88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909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1 314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C226E-62B5-4B84-A304-FC439D0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76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записей истории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D9FEE-2BC5-464B-ACA6-C75B40B7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фактический реестр обучения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14A2A-80C7-4128-ACBE-073642B0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2"/>
          </a:solidFill>
          <a:ln xmlns:a="http://schemas.openxmlformats.org/drawingml/2006/main" w="9525">
            <a:solidFill>
              <a:srgbClr val="F1F3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0372F-0D51-42E8-B850-AE610F0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323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AC59A2-4929-4287-AFD4-7C428231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76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профиля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683CD-FD55-43C5-8148-E69156B7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673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36 должностей · 60 ИОГВ · 242 пары</a:t>
            </a:r>
          </a:p>
        </p:txBody>
      </p:sp>
    </p:spTree>
    <p:extLst>
      <p:ext uri="{BB962C8B-B14F-4D97-AF65-F5344CB8AC3E}">
        <p14:creationId xmlns:p14="http://schemas.microsoft.com/office/powerpoint/2010/main" val="284926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72BCBB2-551B-43D5-97A9-857E7AB8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Три агента разделяют анализ, отбор и обоснование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1F6A7-70D3-4072-8897-FADCC9A5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5CE2D-4643-4BF4-850F-02C74E85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Каждый этап получает структурированный результат предыдущего; финальный валидатор сверяет названия с каталогом и удаляет пройденные программы.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666750" y="31432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316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2B1EB-E392-478D-A462-B68AC711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6B7953-EDD9-46E3-BA1C-AD878917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01 · АНАЛИЗ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0AF62-A3C3-4249-B315-8F7A997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competency-analyst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7EFB9-3357-4DA2-9FB8-60577D5C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Выделяет только подтвержденные сигналы развития и ограничения входа.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AFDE6-DC3B-4B5B-B05D-F1DD80C3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86C29-A7EE-4F38-BF3C-3A0C431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02 · ОТБОР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79FA5-E26E-4B9A-AA2A-76FBDFAF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trajectory-architect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19E879-15E3-4A3B-8B3E-7435F2A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Отбирает кандидатов из полного доступного каталога после исключения пройденного.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1C487-94F4-46CA-95AC-89A8E4F7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69489-B42E-4182-BCDF-2071A786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03 · ПРОВЕРКА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7D17B-F99C-42D0-BC02-7C496A63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trajectory-justifier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96A41-9AA6-488F-89A0-38EAC879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Обосновывает рекомендации и фиксирует ограничения данных и когорты.</a:t>
            </a:r>
          </a:p>
        </p:txBody>
      </p:sp>
    </p:spTree>
    <p:extLst>
      <p:ext uri="{BB962C8B-B14F-4D97-AF65-F5344CB8AC3E}">
        <p14:creationId xmlns:p14="http://schemas.microsoft.com/office/powerpoint/2010/main" val="18813387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4C6BDD0-BC00-4A76-8EEE-4A83AFEC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Задание переживает сбой и перезапуск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D7515-B326-4F34-ADFF-C9EC2DD4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CFDA9-4375-48FC-93DB-A35FEB5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76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Профиль и выбранная модель сохраняются в PostgreSQL до обработки. Worker забирает задания с блокировкой SKIP LOCKED и возвращает прерванную работу в очередь.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66750" y="3143250"/>
            <a:ext cx="10382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316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51D33-2843-4446-8E1A-5AB2C1D0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CF932-0BAB-473C-90AC-ED9BB2CB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ПРИНЯТО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76182-C53D-4867-9184-D6396623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Queued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523A3-86C1-42C7-BC3A-247CDAA6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Входной снимок сохранен в JSONB; API отвечает 202 Accepted.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0B33-B250-4CC4-94EF-D926EDC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E21FB5-1833-4CB9-8610-3F4CC843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В РАБОТЕ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325089-2654-4021-9EC7-8257A42D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Processing / Retrying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0FFE5-B20C-432D-BF66-64362663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Временный сбой повторяется с backoff; остановка worker не расходует попытку.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BEE84-7253-48D1-AFB2-67F7CAA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591EB-EEDB-495D-AC60-148AA090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43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ЗАВЕРШЕНО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04B01-29D8-484E-BCEB-FBBAF2E6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3000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Completed*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A5E83-3800-4D7C-AA3D-EF915C38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30003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Полный или ограниченный результат сохраняется и доступен после перезапуска.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77C57-1CF0-45E8-B9F5-599AEA25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55A1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5A13"/>
                </a:solidFill>
                <a:latin typeface="Arial"/>
                <a:ea typeface="Arial"/>
                <a:cs typeface="Arial"/>
              </a:rPr>
              <a:t>* При fallback статус — CompletedWithLimitations, а не ложный полноценный успех.</a:t>
            </a:r>
          </a:p>
        </p:txBody>
      </p:sp>
    </p:spTree>
    <p:extLst>
      <p:ext uri="{BB962C8B-B14F-4D97-AF65-F5344CB8AC3E}">
        <p14:creationId xmlns:p14="http://schemas.microsoft.com/office/powerpoint/2010/main" val="4642278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1DCCF82A-5970-405D-903F-FA9FAC3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Ключевые контракты проверены автоматикой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853BE-623B-42BA-A887-0FAF5704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F14FE-ADAE-47E2-89BF-8937841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Ниже — только выполненные проверки; результаты качества трех моделей сюда не подменяются.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8983-C149-4F4F-BA2C-4D2C39A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FEE09-1F62-449C-9EC1-D2BAA250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449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1766E-ABDD-4400-B531-63D503D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621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BACD3-E71D-4801-B871-54E429F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57400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52E11-FC9C-455C-A38B-789379FE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62150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B23AB-1097-4C33-8AF7-CC4B453D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574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02E90-DD57-40AB-A0CF-1CB3A5A5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164EC-BD2C-49B5-86CF-6BCE66C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JSON / CSV / XLSX / ZIP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FA7A3-08B4-4383-907A-6425D4B1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03E6F-A641-4EDB-A9EB-36F62735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146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contract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71E20-5ABB-4E6B-A5DA-A2F0DA97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28875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64B9C-DE59-4C07-8B8F-B5C55CF7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профиль сохранен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B8134-D321-4DB0-983D-6D84DACB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5B0DE8-9AAA-4C0E-81B2-8476411F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813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Курс вне каталога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76E3D-FBE6-486F-89D3-0C146079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F974E-1E3D-4922-B24E-D55CB999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813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Python unit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8B95E2-789F-44D5-BB9F-95EF624A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7A886-507B-407E-9F14-4DA97E7D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9813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отклонен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F2DF8-9995-4751-BF67-FB7FA7EC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62325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50858-AD4F-4561-AB9C-DD87823F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Пройденная программа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33016-2400-468E-89CA-5E4D02EC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6232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6362E-DAF5-4E0F-A527-24CF4A01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480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Python unit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40A9B3-BED6-474C-A772-8D7E15C2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62325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36EC45-8696-40FE-A4D8-E9151C24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480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исключена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1BB862-6243-4C69-A5B4-84E97AE7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65BD20-81D1-4015-9F7C-429F57B0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147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Пакет более 15 профилей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D3050B-BE5E-4B38-A82D-3F90A03D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290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84D5D-033F-4ED3-914F-DC496134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14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.NET contract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D86B37-47C8-46B7-A8DE-9A4CF2F7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B4909-EFBD-4FDD-974E-39077F4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147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отклонен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26471-26A6-4F0A-BD0C-EFF0C151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95775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F6A84B-230D-4005-ACB2-FFC1E201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Несколько профилей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3906E5-F7F9-4C96-8C65-17AE7CB9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B931BE-B361-4F39-BE9B-ABBE38B7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815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frontend unit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BF420-0A31-4789-BC9A-4BA148E6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95775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1C9FAA-723A-4346-AFD7-FB81DF18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81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нужен явный выбор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736D876-1282-43FC-8033-A5DC5541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560058-F926-446F-8A24-2035759E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Реестр для Employee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C31F2B-CD5C-43F0-BE1D-ADEF2517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76250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508C29-EFDC-4C1E-8CC4-E1621F84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4822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HTTP smoke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8ACAC8-2399-49E3-A33F-26D8277C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62500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188013-7CFE-4630-99E0-2CC679C0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482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403 Forbidden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100A2B-9DFF-4C0D-A82B-D66ADBEE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29225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778B82-5E67-49EA-96F2-973D8B82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Перезапуск очереди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539E14-FE68-453B-9C5A-CA9BA691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229225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7E0F96-0E5A-4A1F-B1C8-FDE1120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3149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runtime smoke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4294DB-3E1B-45F0-942E-8D7689C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29225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4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91E17B-F0E4-4D75-AEBC-58D379B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3149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результат восстановлен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0ACD6E-D247-4B9C-A7AA-2A32A047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95950"/>
            <a:ext cx="476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3D9B1B-106F-4F09-8D40-2326309B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Frontend / API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5D0C5A8-DE87-4826-994F-B65CDF98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695950"/>
            <a:ext cx="2476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60EB312-41D2-4C66-B3AA-B7A1EF03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7816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build + lint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FB74114-E39C-4E6F-AC39-FA794FE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95950"/>
            <a:ext cx="41719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B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0C3B19-692E-4CCF-AB44-9630718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7816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без ошибок</a:t>
            </a:r>
          </a:p>
        </p:txBody>
      </p:sp>
    </p:spTree>
    <p:extLst>
      <p:ext uri="{BB962C8B-B14F-4D97-AF65-F5344CB8AC3E}">
        <p14:creationId xmlns:p14="http://schemas.microsoft.com/office/powerpoint/2010/main" val="1320347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41A531C3-7515-401E-9908-0885583A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Три группы поддержаны; сравнение требует эталона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D98E6-1635-473A-814C-4469DE9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0856C-20FB-4FE2-84E6-913083D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Конфигурация поставки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7E913-8E06-4E4C-96D8-52CFF0C8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ACA8F-E6DF-4995-9430-DADB2F42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DeepSeek — модель из DEEPSEEK_MODEL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853D3-50CC-40E9-80F9-53154528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33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12EFE-33A2-4609-A969-074359A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Sber GigaChat — модель из SBERGPT_MODEL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262FC-1CF8-4CEE-B843-D8E10A0E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EB4CD-71E9-4DCC-B441-AD3E5992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43300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Local — точный файл QWEN_MODEL_FILE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7616D-4514-4186-BB96-0D2B5D1C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A46"/>
          </a:solidFill>
          <a:ln xmlns:a="http://schemas.openxmlformats.org/drawingml/2006/main" w="0">
            <a:solidFill>
              <a:srgbClr val="0B5A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373443-7100-4D5E-95BA-C7F5CAE6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501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UI включает только настроенный провайдер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174BA-19F4-4A62-8A53-DE2F97D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09700"/>
            <a:ext cx="574357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C"/>
          </a:solidFill>
          <a:ln xmlns:a="http://schemas.openxmlformats.org/drawingml/2006/main" w="9525">
            <a:solidFill>
              <a:srgbClr val="D5B9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30E8A-930C-4C5B-9737-6E10FBE3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95450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55A1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55A13"/>
                </a:solidFill>
                <a:latin typeface="Arial"/>
                <a:ea typeface="Arial"/>
                <a:cs typeface="Arial"/>
              </a:rPr>
              <a:t>Что необходимо для приемочного сравнения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50193-D573-489F-B7C0-3053BDBB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54C30-3771-4079-8537-0F59F90B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33650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ключи двух облачных провайдеров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BE5AF-7075-4EA9-8651-7D6C6029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26080-73F5-4FF0-A31E-1FF1E048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19425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проверенный GGUF и SHA256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CFBB7-E084-4FD5-AEFD-7F575A68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81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4D635-DC48-4ADB-A67C-7A6B8FF4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05200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согласованный MIN_COHORT_SIZE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32076-8670-4F27-9C6D-C1CF7F97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C0B453-0C4C-4614-A720-34FAC8FC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90975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экспертный набор 15–30 профилей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D007F-2783-4425-B13E-39B37CD0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52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97595C-BBB3-42A7-B436-DD944978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эталон допустимых рекомендаций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32A70-20E5-4163-87DA-70747029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38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5A13"/>
          </a:solidFill>
          <a:ln xmlns:a="http://schemas.openxmlformats.org/drawingml/2006/main" w="0">
            <a:solidFill>
              <a:srgbClr val="A55A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E69B09-BFC9-4AC8-8268-C0B61D36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62525"/>
            <a:ext cx="4724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16"/>
                </a:solidFill>
                <a:latin typeface="Arial"/>
                <a:ea typeface="Arial"/>
                <a:cs typeface="Arial"/>
              </a:rPr>
              <a:t>решение по ПДн и внешним API</a:t>
            </a:r>
          </a:p>
        </p:txBody>
      </p:sp>
    </p:spTree>
    <p:extLst>
      <p:ext uri="{BB962C8B-B14F-4D97-AF65-F5344CB8AC3E}">
        <p14:creationId xmlns:p14="http://schemas.microsoft.com/office/powerpoint/2010/main" val="20508648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B55D3D-6DA8-4712-8AC3-B928154D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ИТОГ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4A695-B71A-48E8-95B4-94D3D26A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9906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Кодовая часть готова к</a:t>
            </a:r>
          </a:p>
          <a:p xmlns:a="http://schemas.openxmlformats.org/drawingml/2006/main">
            <a:pPr algn="l">
              <a:defRPr sz="4350" b="1">
                <a:solidFill>
                  <a:srgbClr val="101316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01316"/>
                </a:solidFill>
                <a:latin typeface="Arial"/>
                <a:ea typeface="Arial"/>
                <a:cs typeface="Arial"/>
              </a:rPr>
              <a:t>воспроизводимому демо.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B7FAB-7A9F-453D-B466-8E7402F7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Финальная оценка качества — после подключения моделей и экспертной разметки.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56388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B5A46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A3CD3-4B7D-4EE5-A84F-CDA70907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5A4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5A46"/>
                </a:solidFill>
                <a:latin typeface="Arial"/>
                <a:ea typeface="Arial"/>
                <a:cs typeface="Arial"/>
              </a:rPr>
              <a:t>Следующее решение владельца: ключи · SHA256 · размер когорты · test set · политика ПДн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E244D-860D-4C1F-BFC0-A5FEE05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8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8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2798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2026-08-22T23:38:22.8990000Z</dcterms:created>
  <dcterms:modified xsi:type="dcterms:W3CDTF">2026-08-22T23:38:22.8990000Z</dcterms:modified>
</coreProperties>
</file>